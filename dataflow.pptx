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E879A5-7E11-4BE4-B383-0E0B19A980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DBC2791-F18B-4E50-946F-01E9C6DA4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90C546-5F4B-4910-B707-7F0375AE0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E68D-2316-4422-8BAA-E39F4DAC14BE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500EDF-E714-4385-93AD-A09308364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FD3E46-A4E5-471B-8CFC-FDEC8B4E6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B94B7-5A54-49A3-909B-E92A8DBF02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6866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43CD8C-7CB5-4F6B-968E-31B9CBE3D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AD7C79-2609-4F34-99AB-F1C4B72E1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71BDBD-F4B8-451C-94A2-9ACFC4BE3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E68D-2316-4422-8BAA-E39F4DAC14BE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A432B8-4631-40CE-A278-D2769C94D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E97130-4223-414D-8CE1-F4F2AD0FC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B94B7-5A54-49A3-909B-E92A8DBF02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1139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A2201C-0EB3-4BED-B07A-3E64CE47E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A55C93-BB33-49B7-8005-D9DEF40A6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E73064-7F03-4767-9ACD-955017687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E68D-2316-4422-8BAA-E39F4DAC14BE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31C5A8-A342-4F78-9165-DB86C9EF7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293351-CBF9-43DE-BA71-3E7520C50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B94B7-5A54-49A3-909B-E92A8DBF02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710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8E8C9F-13C5-4437-8613-1B5EC6B4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3DDF49-B8BE-49AA-9093-68FAFA17AA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AD5440C-F884-45CE-8CD8-13F477A8E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3A3A72E-ACD4-41FE-A070-90B002C74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E68D-2316-4422-8BAA-E39F4DAC14BE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3E91E7-F677-45BB-A97F-92D31B1C5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02B7E7C-A0EF-4E95-A80B-0BFD07ECF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B94B7-5A54-49A3-909B-E92A8DBF02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235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3D60F9-60E5-4F7A-B247-33B4D5EB6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C95E16-2888-4C55-A90D-6892A647D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408603F-1AC8-4017-A915-8EA312670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0D05391-96E8-4C9D-90E0-4DA2F2C6A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8037386-84D6-4B5B-A681-6D08CB400F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E5BDE70-190A-41FC-AB0A-49DE54A54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E68D-2316-4422-8BAA-E39F4DAC14BE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707353A-6903-4D4A-8BF3-89192C283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103FA47-7408-408D-BFE4-787A63F93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B94B7-5A54-49A3-909B-E92A8DBF02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50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DC9867-7B79-41D1-9BD0-498E9AEAF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E79751-C562-469C-AA0B-FD56D7AA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E68D-2316-4422-8BAA-E39F4DAC14BE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9334CE6-DB56-480B-B7E8-C96CC6F66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BBFAE34-64E4-4606-98DA-D8B12960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B94B7-5A54-49A3-909B-E92A8DBF02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1018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A481217-FB66-400E-8D01-2CFC7DADA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E68D-2316-4422-8BAA-E39F4DAC14BE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EF1B869-1A9B-44D2-BF9A-B3D8AE71B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5028B5-3E87-4F6E-9AE5-3C8EB1E74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B94B7-5A54-49A3-909B-E92A8DBF02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8217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F799EE-AEA0-45B2-935A-BFFBDCD3A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8BF6E6-D39E-414C-9BD5-3C4B8E4EB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2ABA8E8-A360-4814-A019-18B72CE35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17A979A-01A6-4095-86DC-715E50E47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E68D-2316-4422-8BAA-E39F4DAC14BE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66249C0-30E7-44C1-8643-E226B883F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6DC737-98D0-4EF6-B58F-B0FDF370C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B94B7-5A54-49A3-909B-E92A8DBF02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8798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7B71FF-4384-44CF-A2E8-5684972EA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1B6E08C-B09C-4AD7-887E-2C994C9BB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403520B-C529-4177-B192-F293A3E54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E5668A-17F6-4206-8BD8-A4CCEB385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E68D-2316-4422-8BAA-E39F4DAC14BE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75601C7-DDFC-405E-95C6-38ECFB87B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712FE29-202D-4054-95AB-416D13298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B94B7-5A54-49A3-909B-E92A8DBF02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6361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ACF7A-8114-4726-89DC-36E8D0DA2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D2AF439-B1AF-4E64-8519-FF9B75DCF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3E555B-031A-413E-ACCF-E432314B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E68D-2316-4422-8BAA-E39F4DAC14BE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92E64D-396D-4851-B7BE-AA4BDA554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5CD0C3-9BEF-4D6C-8036-20B75D2FB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B94B7-5A54-49A3-909B-E92A8DBF02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4746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36B8EFE-0FC9-420B-B97F-9BF9EBED53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3F293B7-DC9C-4EEF-B865-DF38A1B83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31A40F-C586-43AF-9A13-7889CEB61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E68D-2316-4422-8BAA-E39F4DAC14BE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9827A3-DD50-45FD-9461-AE6B9F554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3C49A2-4D78-40F9-86A7-1AA2A147B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B94B7-5A54-49A3-909B-E92A8DBF02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7668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AB0E374-4FAB-4C2C-9E0A-95AA9B88A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D39292-BD42-46A8-802E-321D30244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AC9E31-E1F6-45E8-BE26-455560DC19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8E68D-2316-4422-8BAA-E39F4DAC14BE}" type="datetimeFigureOut">
              <a:rPr lang="de-DE" smtClean="0"/>
              <a:t>10.02.2026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1C723F-64B2-4F37-BA9A-E528B237F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502FF9-1910-4FFF-B9D1-CA192E151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B94B7-5A54-49A3-909B-E92A8DBF02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717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46C00F30-3D36-42DD-AC8B-57EC042BF3BA}"/>
              </a:ext>
            </a:extLst>
          </p:cNvPr>
          <p:cNvSpPr txBox="1"/>
          <p:nvPr/>
        </p:nvSpPr>
        <p:spPr>
          <a:xfrm>
            <a:off x="990600" y="381000"/>
            <a:ext cx="1114926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dirty="0"/>
              <a:t>Pegelschrieb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E6088362-62DF-4A70-80C4-012FAE65207C}"/>
              </a:ext>
            </a:extLst>
          </p:cNvPr>
          <p:cNvSpPr/>
          <p:nvPr/>
        </p:nvSpPr>
        <p:spPr>
          <a:xfrm>
            <a:off x="336884" y="1276835"/>
            <a:ext cx="2422358" cy="5775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 err="1"/>
              <a:t>window_frame</a:t>
            </a:r>
            <a:endParaRPr lang="de-DE" sz="1100" dirty="0"/>
          </a:p>
          <a:p>
            <a:pPr algn="ctr"/>
            <a:r>
              <a:rPr lang="de-DE" sz="1100" dirty="0" err="1"/>
              <a:t>Mutate</a:t>
            </a:r>
            <a:r>
              <a:rPr lang="de-DE" sz="1100" dirty="0"/>
              <a:t>(</a:t>
            </a:r>
            <a:r>
              <a:rPr lang="de-DE" sz="1100" dirty="0" err="1"/>
              <a:t>akust_ID</a:t>
            </a:r>
            <a:r>
              <a:rPr lang="de-DE" sz="1100" dirty="0"/>
              <a:t>)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DE8383B8-2E71-491E-B798-68AC2046F588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1548063" y="688777"/>
            <a:ext cx="0" cy="588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49057A42-AA8C-4AE7-9676-BC449BD76517}"/>
              </a:ext>
            </a:extLst>
          </p:cNvPr>
          <p:cNvSpPr txBox="1"/>
          <p:nvPr/>
        </p:nvSpPr>
        <p:spPr>
          <a:xfrm>
            <a:off x="3866148" y="3674316"/>
            <a:ext cx="1379620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dirty="0"/>
              <a:t>Vorbeiflugdaten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FDEEDB6-217D-46DD-89FE-E5D48252D8D1}"/>
              </a:ext>
            </a:extLst>
          </p:cNvPr>
          <p:cNvSpPr txBox="1"/>
          <p:nvPr/>
        </p:nvSpPr>
        <p:spPr>
          <a:xfrm>
            <a:off x="990600" y="2137609"/>
            <a:ext cx="1114926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dirty="0" err="1"/>
              <a:t>Pegelschrieb_m_Fenster</a:t>
            </a:r>
            <a:endParaRPr lang="de-DE" sz="1400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DE5BD165-B95F-47EF-81D1-E09965EEE01F}"/>
              </a:ext>
            </a:extLst>
          </p:cNvPr>
          <p:cNvCxnSpPr>
            <a:cxnSpLocks/>
            <a:stCxn id="5" idx="4"/>
            <a:endCxn id="9" idx="0"/>
          </p:cNvCxnSpPr>
          <p:nvPr/>
        </p:nvCxnSpPr>
        <p:spPr>
          <a:xfrm>
            <a:off x="1548063" y="1854351"/>
            <a:ext cx="0" cy="283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lipse 13">
            <a:extLst>
              <a:ext uri="{FF2B5EF4-FFF2-40B4-BE49-F238E27FC236}">
                <a16:creationId xmlns:a16="http://schemas.microsoft.com/office/drawing/2014/main" id="{00B44B8E-A4FA-44B3-AB39-E0537725FEBF}"/>
              </a:ext>
            </a:extLst>
          </p:cNvPr>
          <p:cNvSpPr/>
          <p:nvPr/>
        </p:nvSpPr>
        <p:spPr>
          <a:xfrm>
            <a:off x="336884" y="3539446"/>
            <a:ext cx="2422358" cy="5775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 err="1"/>
              <a:t>full_join</a:t>
            </a:r>
            <a:r>
              <a:rPr lang="de-DE" sz="1100" dirty="0"/>
              <a:t>(</a:t>
            </a:r>
            <a:r>
              <a:rPr lang="de-DE" sz="1100" dirty="0" err="1"/>
              <a:t>by</a:t>
            </a:r>
            <a:r>
              <a:rPr lang="de-DE" sz="1100" dirty="0"/>
              <a:t>(</a:t>
            </a:r>
            <a:r>
              <a:rPr lang="de-DE" sz="1100" dirty="0" err="1"/>
              <a:t>timestamp</a:t>
            </a:r>
            <a:r>
              <a:rPr lang="de-DE" sz="1100" dirty="0"/>
              <a:t>))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D7E8D851-3739-46DB-8E4A-82E2C2D29B42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>
            <a:off x="1548063" y="2660829"/>
            <a:ext cx="0" cy="878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569D05DF-9555-400C-B497-F0D91794BE20}"/>
              </a:ext>
            </a:extLst>
          </p:cNvPr>
          <p:cNvCxnSpPr>
            <a:cxnSpLocks/>
            <a:stCxn id="14" idx="4"/>
            <a:endCxn id="30" idx="0"/>
          </p:cNvCxnSpPr>
          <p:nvPr/>
        </p:nvCxnSpPr>
        <p:spPr>
          <a:xfrm>
            <a:off x="1548063" y="4116962"/>
            <a:ext cx="0" cy="589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lipse 29">
            <a:extLst>
              <a:ext uri="{FF2B5EF4-FFF2-40B4-BE49-F238E27FC236}">
                <a16:creationId xmlns:a16="http://schemas.microsoft.com/office/drawing/2014/main" id="{C4CEF0DF-8C67-4B85-BAC2-68B641560FC8}"/>
              </a:ext>
            </a:extLst>
          </p:cNvPr>
          <p:cNvSpPr/>
          <p:nvPr/>
        </p:nvSpPr>
        <p:spPr>
          <a:xfrm>
            <a:off x="164431" y="4706820"/>
            <a:ext cx="2767264" cy="7474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Filter(!is.na(</a:t>
            </a:r>
            <a:r>
              <a:rPr lang="de-DE" sz="1100" dirty="0" err="1"/>
              <a:t>akust_ID</a:t>
            </a:r>
            <a:r>
              <a:rPr lang="de-DE" sz="1100" dirty="0"/>
              <a:t>)|</a:t>
            </a:r>
          </a:p>
          <a:p>
            <a:pPr algn="ctr"/>
            <a:r>
              <a:rPr lang="de-DE" sz="1100" dirty="0"/>
              <a:t>!is.na(</a:t>
            </a:r>
            <a:r>
              <a:rPr lang="de-DE" sz="1100" dirty="0" err="1"/>
              <a:t>flug_ID</a:t>
            </a:r>
            <a:r>
              <a:rPr lang="de-DE" sz="1100" dirty="0"/>
              <a:t>))</a:t>
            </a:r>
          </a:p>
          <a:p>
            <a:pPr algn="ctr"/>
            <a:r>
              <a:rPr lang="de-DE" sz="1100" dirty="0" err="1"/>
              <a:t>mutate</a:t>
            </a:r>
            <a:r>
              <a:rPr lang="de-DE" sz="1100" dirty="0"/>
              <a:t>(</a:t>
            </a:r>
            <a:r>
              <a:rPr lang="de-DE" sz="1100" dirty="0" err="1"/>
              <a:t>ereignis_ID,perzentilenpegel</a:t>
            </a:r>
            <a:r>
              <a:rPr lang="de-DE" sz="1100" dirty="0"/>
              <a:t>)</a:t>
            </a: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17A9E441-4470-468C-9B62-05A1845BC83B}"/>
              </a:ext>
            </a:extLst>
          </p:cNvPr>
          <p:cNvCxnSpPr>
            <a:cxnSpLocks/>
            <a:stCxn id="8" idx="1"/>
            <a:endCxn id="14" idx="6"/>
          </p:cNvCxnSpPr>
          <p:nvPr/>
        </p:nvCxnSpPr>
        <p:spPr>
          <a:xfrm flipH="1" flipV="1">
            <a:off x="2759242" y="3828204"/>
            <a:ext cx="110690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lipse 33">
            <a:extLst>
              <a:ext uri="{FF2B5EF4-FFF2-40B4-BE49-F238E27FC236}">
                <a16:creationId xmlns:a16="http://schemas.microsoft.com/office/drawing/2014/main" id="{D13DFA35-641E-488A-AE6B-FC9B7886EDB6}"/>
              </a:ext>
            </a:extLst>
          </p:cNvPr>
          <p:cNvSpPr/>
          <p:nvPr/>
        </p:nvSpPr>
        <p:spPr>
          <a:xfrm>
            <a:off x="5971672" y="4718806"/>
            <a:ext cx="2767264" cy="7474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 err="1"/>
              <a:t>group_by</a:t>
            </a:r>
            <a:r>
              <a:rPr lang="de-DE" sz="1100" dirty="0"/>
              <a:t>(</a:t>
            </a:r>
            <a:r>
              <a:rPr lang="de-DE" sz="1100" dirty="0" err="1"/>
              <a:t>ereignis_ID</a:t>
            </a:r>
            <a:r>
              <a:rPr lang="de-DE" sz="1100" dirty="0"/>
              <a:t>)</a:t>
            </a:r>
          </a:p>
          <a:p>
            <a:pPr algn="ctr"/>
            <a:r>
              <a:rPr lang="de-DE" sz="1100" dirty="0" err="1"/>
              <a:t>Summarize</a:t>
            </a:r>
            <a:r>
              <a:rPr lang="de-DE" sz="1100" dirty="0"/>
              <a:t>(</a:t>
            </a:r>
            <a:r>
              <a:rPr lang="de-DE" sz="1100" dirty="0" err="1"/>
              <a:t>LASmax,SEL,akust_ID,flug_ID</a:t>
            </a:r>
            <a:r>
              <a:rPr lang="de-DE" sz="1100" dirty="0"/>
              <a:t>)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381CFB83-9DE7-4E76-B11D-30E1ABDB3BC7}"/>
              </a:ext>
            </a:extLst>
          </p:cNvPr>
          <p:cNvSpPr txBox="1"/>
          <p:nvPr/>
        </p:nvSpPr>
        <p:spPr>
          <a:xfrm>
            <a:off x="3761873" y="4830944"/>
            <a:ext cx="137962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dirty="0" err="1"/>
              <a:t>Akust_Fenster_u_vorbeiflug</a:t>
            </a:r>
            <a:endParaRPr lang="de-DE" sz="1400" dirty="0"/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A2002C27-E3F6-40EC-B560-50FA89EEBDAB}"/>
              </a:ext>
            </a:extLst>
          </p:cNvPr>
          <p:cNvCxnSpPr>
            <a:cxnSpLocks/>
            <a:stCxn id="30" idx="6"/>
            <a:endCxn id="35" idx="1"/>
          </p:cNvCxnSpPr>
          <p:nvPr/>
        </p:nvCxnSpPr>
        <p:spPr>
          <a:xfrm>
            <a:off x="2931695" y="5080568"/>
            <a:ext cx="830178" cy="11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54AD62B0-E520-4AA0-B42A-C38CB8EA18A0}"/>
              </a:ext>
            </a:extLst>
          </p:cNvPr>
          <p:cNvCxnSpPr>
            <a:cxnSpLocks/>
            <a:stCxn id="35" idx="3"/>
            <a:endCxn id="34" idx="2"/>
          </p:cNvCxnSpPr>
          <p:nvPr/>
        </p:nvCxnSpPr>
        <p:spPr>
          <a:xfrm>
            <a:off x="5141493" y="5092554"/>
            <a:ext cx="8301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lipse 42">
            <a:extLst>
              <a:ext uri="{FF2B5EF4-FFF2-40B4-BE49-F238E27FC236}">
                <a16:creationId xmlns:a16="http://schemas.microsoft.com/office/drawing/2014/main" id="{B81F6F44-3F57-4B03-B613-AD6F255978B6}"/>
              </a:ext>
            </a:extLst>
          </p:cNvPr>
          <p:cNvSpPr/>
          <p:nvPr/>
        </p:nvSpPr>
        <p:spPr>
          <a:xfrm>
            <a:off x="6144125" y="3539446"/>
            <a:ext cx="2422358" cy="5775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 err="1"/>
              <a:t>left_join</a:t>
            </a:r>
            <a:r>
              <a:rPr lang="de-DE" sz="1100" dirty="0"/>
              <a:t>(</a:t>
            </a:r>
            <a:r>
              <a:rPr lang="de-DE" sz="1100" dirty="0" err="1"/>
              <a:t>by</a:t>
            </a:r>
            <a:r>
              <a:rPr lang="de-DE" sz="1100" dirty="0"/>
              <a:t>(</a:t>
            </a:r>
            <a:r>
              <a:rPr lang="de-DE" sz="1100" dirty="0" err="1"/>
              <a:t>flug_ID</a:t>
            </a:r>
            <a:r>
              <a:rPr lang="de-DE" sz="1100" dirty="0"/>
              <a:t>))</a:t>
            </a:r>
          </a:p>
          <a:p>
            <a:pPr algn="ctr"/>
            <a:r>
              <a:rPr lang="de-DE" sz="1100" dirty="0"/>
              <a:t>(</a:t>
            </a:r>
            <a:r>
              <a:rPr lang="de-DE" sz="1100" dirty="0" err="1"/>
              <a:t>left</a:t>
            </a:r>
            <a:r>
              <a:rPr lang="de-DE" sz="1100" dirty="0"/>
              <a:t> ist </a:t>
            </a:r>
            <a:r>
              <a:rPr lang="de-DE" sz="1100" dirty="0" err="1"/>
              <a:t>groupBy</a:t>
            </a:r>
            <a:r>
              <a:rPr lang="de-DE" sz="1100" dirty="0"/>
              <a:t> Ergebnis)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D10B4024-1C46-4B3B-9928-6DAD14F6FC6A}"/>
              </a:ext>
            </a:extLst>
          </p:cNvPr>
          <p:cNvCxnSpPr>
            <a:cxnSpLocks/>
            <a:stCxn id="8" idx="3"/>
            <a:endCxn id="43" idx="2"/>
          </p:cNvCxnSpPr>
          <p:nvPr/>
        </p:nvCxnSpPr>
        <p:spPr>
          <a:xfrm flipV="1">
            <a:off x="5245768" y="3828204"/>
            <a:ext cx="89835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9DAD85D1-7772-4A68-82B1-D2EED3340C9F}"/>
              </a:ext>
            </a:extLst>
          </p:cNvPr>
          <p:cNvCxnSpPr>
            <a:cxnSpLocks/>
          </p:cNvCxnSpPr>
          <p:nvPr/>
        </p:nvCxnSpPr>
        <p:spPr>
          <a:xfrm flipV="1">
            <a:off x="7355304" y="4116962"/>
            <a:ext cx="0" cy="601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5277B5A6-0A14-4986-AEB2-8D6B58787469}"/>
              </a:ext>
            </a:extLst>
          </p:cNvPr>
          <p:cNvCxnSpPr>
            <a:cxnSpLocks/>
            <a:stCxn id="43" idx="0"/>
            <a:endCxn id="53" idx="2"/>
          </p:cNvCxnSpPr>
          <p:nvPr/>
        </p:nvCxnSpPr>
        <p:spPr>
          <a:xfrm flipV="1">
            <a:off x="7355304" y="2601859"/>
            <a:ext cx="1" cy="937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63EEF219-43EC-4BFB-A5B9-9EDBF3B93F30}"/>
              </a:ext>
            </a:extLst>
          </p:cNvPr>
          <p:cNvSpPr txBox="1"/>
          <p:nvPr/>
        </p:nvSpPr>
        <p:spPr>
          <a:xfrm>
            <a:off x="6874041" y="2294082"/>
            <a:ext cx="962527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dirty="0"/>
              <a:t>Ereignisse</a:t>
            </a:r>
          </a:p>
        </p:txBody>
      </p:sp>
    </p:spTree>
    <p:extLst>
      <p:ext uri="{BB962C8B-B14F-4D97-AF65-F5344CB8AC3E}">
        <p14:creationId xmlns:p14="http://schemas.microsoft.com/office/powerpoint/2010/main" val="633967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Breitbild</PresentationFormat>
  <Paragraphs>15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Lochmann, Dr. Matthias (HLNUG)</dc:creator>
  <cp:lastModifiedBy>Lochmann, Dr. Matthias (HLNUG)</cp:lastModifiedBy>
  <cp:revision>7</cp:revision>
  <dcterms:created xsi:type="dcterms:W3CDTF">2026-02-10T10:00:16Z</dcterms:created>
  <dcterms:modified xsi:type="dcterms:W3CDTF">2026-02-10T14:45:17Z</dcterms:modified>
</cp:coreProperties>
</file>